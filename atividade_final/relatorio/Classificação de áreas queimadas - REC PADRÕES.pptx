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aleway Medium"/>
      <p:regular r:id="rId28"/>
      <p:bold r:id="rId29"/>
      <p:italic r:id="rId30"/>
      <p:boldItalic r:id="rId31"/>
    </p:embeddedFont>
    <p:embeddedFont>
      <p:font typeface="Oswa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RalewayMedium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Medium-boldItalic.fntdata"/><Relationship Id="rId30" Type="http://schemas.openxmlformats.org/officeDocument/2006/relationships/font" Target="fonts/RalewayMedium-italic.fntdata"/><Relationship Id="rId11" Type="http://schemas.openxmlformats.org/officeDocument/2006/relationships/slide" Target="slides/slide6.xml"/><Relationship Id="rId33" Type="http://schemas.openxmlformats.org/officeDocument/2006/relationships/font" Target="fonts/Oswald-bold.fntdata"/><Relationship Id="rId10" Type="http://schemas.openxmlformats.org/officeDocument/2006/relationships/slide" Target="slides/slide5.xml"/><Relationship Id="rId32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d697e4dc8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2d697e4dc8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d697e4dc8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d697e4dc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46d5bec3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e46d5bec3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46d5bec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e46d5bec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6d5bec3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6d5bec3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6d5bec3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46d5bec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6d5bec3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6d5bec3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6d5bec3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46d5bec3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6d5bec3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46d5bec3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6d5bec3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6d5bec3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6d5bec3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46d5bec3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46d5bec3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46d5bec3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6d5bec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46d5bec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6d5bec3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46d5bec3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46d5bec3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46d5bec3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6d5bec3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46d5bec3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6d5bec3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46d5bec3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333488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2529150"/>
            <a:ext cx="9144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5476" y="746487"/>
            <a:ext cx="4619126" cy="5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1553500" y="1842150"/>
            <a:ext cx="6036900" cy="1459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9pPr>
          </a:lstStyle>
          <a:p/>
        </p:txBody>
      </p:sp>
      <p:pic>
        <p:nvPicPr>
          <p:cNvPr id="15" name="Google Shape;15;p2" title="sisam-horztl_5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36" y="733150"/>
            <a:ext cx="1954200" cy="5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2529150"/>
            <a:ext cx="9144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2258450" y="1842150"/>
            <a:ext cx="4626900" cy="1459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691900"/>
            <a:ext cx="8585400" cy="3876900"/>
          </a:xfrm>
          <a:prstGeom prst="rect">
            <a:avLst/>
          </a:prstGeom>
        </p:spPr>
        <p:txBody>
          <a:bodyPr anchorCtr="0" anchor="t" bIns="0" lIns="13715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>
            <a:off x="0" y="211325"/>
            <a:ext cx="7551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8897100" y="211325"/>
            <a:ext cx="2469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64025"/>
            <a:ext cx="70641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13715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9pPr>
          </a:lstStyle>
          <a:p/>
        </p:txBody>
      </p:sp>
      <p:pic>
        <p:nvPicPr>
          <p:cNvPr id="25" name="Google Shape;25;p4" title="sisam-horztl_51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1537" y="37375"/>
            <a:ext cx="1212692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Medium"/>
              <a:buChar char="●"/>
              <a:defRPr sz="180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ctrTitle"/>
          </p:nvPr>
        </p:nvSpPr>
        <p:spPr>
          <a:xfrm>
            <a:off x="2152800" y="1842150"/>
            <a:ext cx="4838400" cy="14592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Classificação de áreas queimadas</a:t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311700" y="3604703"/>
            <a:ext cx="8520600" cy="14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Trabalho final - Reconhecimento de Padrões</a:t>
            </a:r>
            <a:endParaRPr sz="18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Ryan Alves</a:t>
            </a:r>
            <a:endParaRPr sz="18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ctrTitle"/>
          </p:nvPr>
        </p:nvSpPr>
        <p:spPr>
          <a:xfrm>
            <a:off x="3345200" y="1842150"/>
            <a:ext cx="2453700" cy="14592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idx="1" type="body"/>
          </p:nvPr>
        </p:nvSpPr>
        <p:spPr>
          <a:xfrm>
            <a:off x="279300" y="501125"/>
            <a:ext cx="8585400" cy="11307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 u="sng"/>
              <a:t>Como funciona:</a:t>
            </a:r>
            <a:r>
              <a:rPr lang="en" sz="1500"/>
              <a:t> Organiza pixels em uma grade 2D e os pixels similares ativam os neurônios vizinhos</a:t>
            </a:r>
            <a:endParaRPr sz="1500"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311700" y="64025"/>
            <a:ext cx="30138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 ORGANIZING MAPS</a:t>
            </a:r>
            <a:endParaRPr/>
          </a:p>
        </p:txBody>
      </p:sp>
      <p:pic>
        <p:nvPicPr>
          <p:cNvPr id="45" name="Google Shape;4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00" y="1476300"/>
            <a:ext cx="7523400" cy="290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311700" y="64025"/>
            <a:ext cx="13167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Entradas</a:t>
            </a:r>
            <a:endParaRPr/>
          </a:p>
        </p:txBody>
      </p:sp>
      <p:pic>
        <p:nvPicPr>
          <p:cNvPr id="51" name="Google Shape;5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0025"/>
            <a:ext cx="8839200" cy="3939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311700" y="64025"/>
            <a:ext cx="4058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</a:t>
            </a:r>
            <a:r>
              <a:rPr lang="en"/>
              <a:t>rea estimada por classe em hectares </a:t>
            </a:r>
            <a:endParaRPr/>
          </a:p>
        </p:txBody>
      </p:sp>
      <p:pic>
        <p:nvPicPr>
          <p:cNvPr id="57" name="Google Shape;5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536" y="660225"/>
            <a:ext cx="5656924" cy="38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11700" y="64025"/>
            <a:ext cx="12558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</a:t>
            </a:r>
            <a:endParaRPr/>
          </a:p>
        </p:txBody>
      </p:sp>
      <p:pic>
        <p:nvPicPr>
          <p:cNvPr id="63" name="Google Shape;6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38" y="1823188"/>
            <a:ext cx="7437525" cy="14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Saída </a:t>
            </a:r>
            <a:endParaRPr/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0025"/>
            <a:ext cx="8569385" cy="438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311700" y="64025"/>
            <a:ext cx="14907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- RBF</a:t>
            </a:r>
            <a:endParaRPr/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036" y="1291675"/>
            <a:ext cx="7231925" cy="256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311700" y="64025"/>
            <a:ext cx="11775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Entrada</a:t>
            </a:r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7675"/>
            <a:ext cx="8839201" cy="4148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64025"/>
            <a:ext cx="12384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</a:t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812" y="1646463"/>
            <a:ext cx="7504376" cy="18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64025"/>
            <a:ext cx="9162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Saída</a:t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3725" y="679650"/>
            <a:ext cx="4391025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Saída </a:t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92600"/>
            <a:ext cx="405765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7967" y="592600"/>
            <a:ext cx="4171382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64025"/>
            <a:ext cx="9162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Saída</a:t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812" y="581025"/>
            <a:ext cx="4466374" cy="398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Saída 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51" y="611025"/>
            <a:ext cx="4121175" cy="431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651438"/>
            <a:ext cx="4121175" cy="4229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Multi-Layer Perceptron</a:t>
            </a:r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225" y="1443637"/>
            <a:ext cx="8381551" cy="225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401" y="3110425"/>
            <a:ext cx="2983200" cy="4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6464" y="3184750"/>
            <a:ext cx="2362326" cy="3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Dados desbalanceados</a:t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401" y="3110425"/>
            <a:ext cx="2983200" cy="4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464" y="3184750"/>
            <a:ext cx="2362326" cy="3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327" y="1059775"/>
            <a:ext cx="6918226" cy="30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64025"/>
            <a:ext cx="9006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Saída</a:t>
            </a:r>
            <a:endParaRPr/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401" y="3110425"/>
            <a:ext cx="2983200" cy="4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464" y="3184750"/>
            <a:ext cx="2362326" cy="3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2188" y="809625"/>
            <a:ext cx="461962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Multi-Layer Perceptron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401" y="3110425"/>
            <a:ext cx="2983200" cy="4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464" y="3184750"/>
            <a:ext cx="2362326" cy="3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363" y="1995475"/>
            <a:ext cx="715327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116" y="3119164"/>
            <a:ext cx="715327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