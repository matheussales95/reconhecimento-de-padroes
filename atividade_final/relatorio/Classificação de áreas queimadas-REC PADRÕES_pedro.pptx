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8378943-80A4-43B4-916C-1FC03DAB336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Google Shape;12;p2"/>
          <p:cNvSpPr/>
          <p:nvPr/>
        </p:nvSpPr>
        <p:spPr>
          <a:xfrm>
            <a:off x="0" y="2529000"/>
            <a:ext cx="9143640" cy="84960"/>
          </a:xfrm>
          <a:prstGeom prst="rect">
            <a:avLst/>
          </a:prstGeom>
          <a:solidFill>
            <a:srgbClr val="a4c2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2480" bIns="424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" name="Google Shape;13;p2" descr=""/>
          <p:cNvPicPr/>
          <p:nvPr/>
        </p:nvPicPr>
        <p:blipFill>
          <a:blip r:embed="rId2"/>
          <a:stretch/>
        </p:blipFill>
        <p:spPr>
          <a:xfrm>
            <a:off x="3355560" y="746640"/>
            <a:ext cx="4618800" cy="54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1553400" y="1842120"/>
            <a:ext cx="6036480" cy="14587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182880" rIns="182880" tIns="91440" bIns="91440" anchor="ctr">
            <a:normAutofit fontScale="92500" lnSpcReduction="9999"/>
          </a:bodyPr>
          <a:p>
            <a:pPr indent="0">
              <a:buNone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Google Shape;15;p2" descr=""/>
          <p:cNvPicPr/>
          <p:nvPr/>
        </p:nvPicPr>
        <p:blipFill>
          <a:blip r:embed="rId3"/>
          <a:stretch/>
        </p:blipFill>
        <p:spPr>
          <a:xfrm>
            <a:off x="1162800" y="733320"/>
            <a:ext cx="1953720" cy="54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1C87E66-F449-4AA8-9808-047E04004A9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Google Shape;18;p3"/>
          <p:cNvSpPr/>
          <p:nvPr/>
        </p:nvSpPr>
        <p:spPr>
          <a:xfrm>
            <a:off x="0" y="2529000"/>
            <a:ext cx="9143640" cy="84960"/>
          </a:xfrm>
          <a:prstGeom prst="rect">
            <a:avLst/>
          </a:prstGeom>
          <a:solidFill>
            <a:srgbClr val="a4c2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2480" bIns="424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title"/>
          </p:nvPr>
        </p:nvSpPr>
        <p:spPr>
          <a:xfrm>
            <a:off x="2258280" y="1842120"/>
            <a:ext cx="4626720" cy="14587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182880" rIns="182880" tIns="91440" bIns="91440" anchor="ctr">
            <a:normAutofit/>
          </a:bodyPr>
          <a:p>
            <a:pPr indent="0">
              <a:buNone/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body"/>
          </p:nvPr>
        </p:nvSpPr>
        <p:spPr>
          <a:xfrm>
            <a:off x="311760" y="691920"/>
            <a:ext cx="8584920" cy="3876480"/>
          </a:xfrm>
          <a:prstGeom prst="rect">
            <a:avLst/>
          </a:prstGeom>
          <a:noFill/>
          <a:ln w="0">
            <a:noFill/>
          </a:ln>
        </p:spPr>
        <p:txBody>
          <a:bodyPr lIns="13716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Google Shape;22;p4"/>
          <p:cNvSpPr/>
          <p:nvPr/>
        </p:nvSpPr>
        <p:spPr>
          <a:xfrm>
            <a:off x="0" y="211320"/>
            <a:ext cx="7550640" cy="84960"/>
          </a:xfrm>
          <a:prstGeom prst="rect">
            <a:avLst/>
          </a:prstGeom>
          <a:solidFill>
            <a:srgbClr val="a4c2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2480" bIns="424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Google Shape;23;p4"/>
          <p:cNvSpPr/>
          <p:nvPr/>
        </p:nvSpPr>
        <p:spPr>
          <a:xfrm>
            <a:off x="8897040" y="211320"/>
            <a:ext cx="246600" cy="84960"/>
          </a:xfrm>
          <a:prstGeom prst="rect">
            <a:avLst/>
          </a:prstGeom>
          <a:solidFill>
            <a:srgbClr val="a4c2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2480" bIns="424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title"/>
          </p:nvPr>
        </p:nvSpPr>
        <p:spPr>
          <a:xfrm>
            <a:off x="311760" y="64080"/>
            <a:ext cx="7063920" cy="3931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137160" rIns="0" tIns="0" bIns="0" anchor="ctr">
            <a:normAutofit/>
          </a:bodyPr>
          <a:p>
            <a:pPr indent="0">
              <a:buNone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" name="Google Shape;25;p4" descr=""/>
          <p:cNvPicPr/>
          <p:nvPr/>
        </p:nvPicPr>
        <p:blipFill>
          <a:blip r:embed="rId2"/>
          <a:stretch/>
        </p:blipFill>
        <p:spPr>
          <a:xfrm>
            <a:off x="7621560" y="37440"/>
            <a:ext cx="1212480" cy="33840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6FA7A15-A634-482C-89FA-1FB65D43361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body"/>
          </p:nvPr>
        </p:nvSpPr>
        <p:spPr>
          <a:xfrm>
            <a:off x="311760" y="691920"/>
            <a:ext cx="8584920" cy="3876480"/>
          </a:xfrm>
          <a:prstGeom prst="rect">
            <a:avLst/>
          </a:prstGeom>
          <a:noFill/>
          <a:ln w="0">
            <a:noFill/>
          </a:ln>
        </p:spPr>
        <p:txBody>
          <a:bodyPr lIns="13716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Google Shape;22;p4"/>
          <p:cNvSpPr/>
          <p:nvPr/>
        </p:nvSpPr>
        <p:spPr>
          <a:xfrm>
            <a:off x="0" y="211320"/>
            <a:ext cx="7550640" cy="84960"/>
          </a:xfrm>
          <a:prstGeom prst="rect">
            <a:avLst/>
          </a:prstGeom>
          <a:solidFill>
            <a:srgbClr val="a4c2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2480" bIns="4248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Google Shape;23;p4"/>
          <p:cNvSpPr/>
          <p:nvPr/>
        </p:nvSpPr>
        <p:spPr>
          <a:xfrm>
            <a:off x="8897040" y="211320"/>
            <a:ext cx="246600" cy="84960"/>
          </a:xfrm>
          <a:prstGeom prst="rect">
            <a:avLst/>
          </a:prstGeom>
          <a:solidFill>
            <a:srgbClr val="a4c2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2480" bIns="4248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title"/>
          </p:nvPr>
        </p:nvSpPr>
        <p:spPr>
          <a:xfrm>
            <a:off x="311760" y="64080"/>
            <a:ext cx="7063920" cy="3931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137160" rIns="0" tIns="0" bIns="0" anchor="ctr">
            <a:normAutofit/>
          </a:bodyPr>
          <a:p>
            <a:pPr indent="0">
              <a:buNone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" name="Google Shape;25;p4" descr=""/>
          <p:cNvPicPr/>
          <p:nvPr/>
        </p:nvPicPr>
        <p:blipFill>
          <a:blip r:embed="rId2"/>
          <a:stretch/>
        </p:blipFill>
        <p:spPr>
          <a:xfrm>
            <a:off x="7621560" y="37440"/>
            <a:ext cx="1212480" cy="33840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2152800" y="1842120"/>
            <a:ext cx="4838040" cy="14587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182880" rIns="182880" tIns="91440" bIns="91440" anchor="ctr">
            <a:normAutofit fontScale="92500"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200" strike="noStrike" u="non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Classificação de áreas queimadas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ubTitle"/>
          </p:nvPr>
        </p:nvSpPr>
        <p:spPr>
          <a:xfrm>
            <a:off x="311760" y="3420000"/>
            <a:ext cx="8520120" cy="142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Trabalho final - Reconhecimento de Padrões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Pedro Lagden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SVM (Linear Support Vector Machine)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  <a:buNone/>
              <a:tabLst>
                <a:tab algn="l" pos="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11760" y="64080"/>
            <a:ext cx="1316520" cy="3931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137160" rIns="0" tIns="0" bIns="0" anchor="ctr">
            <a:normAutofit fontScale="850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Entradas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" name="" descr=""/>
          <p:cNvPicPr/>
          <p:nvPr/>
        </p:nvPicPr>
        <p:blipFill>
          <a:blip r:embed="rId1"/>
          <a:stretch/>
        </p:blipFill>
        <p:spPr>
          <a:xfrm>
            <a:off x="180000" y="1800000"/>
            <a:ext cx="1980000" cy="219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" name="" descr=""/>
          <p:cNvPicPr/>
          <p:nvPr/>
        </p:nvPicPr>
        <p:blipFill>
          <a:blip r:embed="rId2"/>
          <a:stretch/>
        </p:blipFill>
        <p:spPr>
          <a:xfrm>
            <a:off x="2340000" y="1800000"/>
            <a:ext cx="1980000" cy="219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" name="" descr=""/>
          <p:cNvPicPr/>
          <p:nvPr/>
        </p:nvPicPr>
        <p:blipFill>
          <a:blip r:embed="rId3"/>
          <a:stretch/>
        </p:blipFill>
        <p:spPr>
          <a:xfrm>
            <a:off x="5615280" y="798840"/>
            <a:ext cx="3384720" cy="3701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" name="" descr=""/>
          <p:cNvPicPr/>
          <p:nvPr/>
        </p:nvPicPr>
        <p:blipFill>
          <a:blip r:embed="rId4"/>
          <a:stretch/>
        </p:blipFill>
        <p:spPr>
          <a:xfrm>
            <a:off x="240120" y="667080"/>
            <a:ext cx="4439880" cy="772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" name="" descr=""/>
          <p:cNvPicPr/>
          <p:nvPr/>
        </p:nvPicPr>
        <p:blipFill>
          <a:blip r:embed="rId5"/>
          <a:stretch/>
        </p:blipFill>
        <p:spPr>
          <a:xfrm>
            <a:off x="390600" y="4034880"/>
            <a:ext cx="1409400" cy="34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" name="" descr=""/>
          <p:cNvPicPr/>
          <p:nvPr/>
        </p:nvPicPr>
        <p:blipFill>
          <a:blip r:embed="rId6"/>
          <a:stretch/>
        </p:blipFill>
        <p:spPr>
          <a:xfrm>
            <a:off x="2632320" y="4030560"/>
            <a:ext cx="1399680" cy="36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" descr=""/>
          <p:cNvPicPr/>
          <p:nvPr/>
        </p:nvPicPr>
        <p:blipFill>
          <a:blip r:embed="rId7"/>
          <a:stretch/>
        </p:blipFill>
        <p:spPr>
          <a:xfrm>
            <a:off x="900720" y="4500000"/>
            <a:ext cx="2879280" cy="386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" name="" descr=""/>
          <p:cNvPicPr/>
          <p:nvPr/>
        </p:nvPicPr>
        <p:blipFill>
          <a:blip r:embed="rId8"/>
          <a:stretch/>
        </p:blipFill>
        <p:spPr>
          <a:xfrm>
            <a:off x="7056000" y="4545000"/>
            <a:ext cx="818640" cy="418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11760" y="64080"/>
            <a:ext cx="1316520" cy="3931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137160" rIns="0" tIns="0" bIns="0" anchor="ctr">
            <a:normAutofit fontScale="850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Entradas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" name="" descr=""/>
          <p:cNvPicPr/>
          <p:nvPr/>
        </p:nvPicPr>
        <p:blipFill>
          <a:blip r:embed="rId1"/>
          <a:stretch/>
        </p:blipFill>
        <p:spPr>
          <a:xfrm>
            <a:off x="261720" y="1440000"/>
            <a:ext cx="2798280" cy="306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" name="" descr=""/>
          <p:cNvPicPr/>
          <p:nvPr/>
        </p:nvPicPr>
        <p:blipFill>
          <a:blip r:embed="rId2"/>
          <a:stretch/>
        </p:blipFill>
        <p:spPr>
          <a:xfrm>
            <a:off x="3240000" y="1440000"/>
            <a:ext cx="2797200" cy="306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" name="" descr=""/>
          <p:cNvPicPr/>
          <p:nvPr/>
        </p:nvPicPr>
        <p:blipFill>
          <a:blip r:embed="rId3"/>
          <a:stretch/>
        </p:blipFill>
        <p:spPr>
          <a:xfrm>
            <a:off x="6202800" y="1440000"/>
            <a:ext cx="2797200" cy="306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"/>
          <p:cNvSpPr txBox="1"/>
          <p:nvPr/>
        </p:nvSpPr>
        <p:spPr>
          <a:xfrm>
            <a:off x="761760" y="1080000"/>
            <a:ext cx="1938240" cy="232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NDVI pré-queimada (ndvi_pre) 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3600000" y="1063440"/>
            <a:ext cx="1980720" cy="232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NDVI pós-queimada (ndvi_pos) 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6518880" y="1080000"/>
            <a:ext cx="2121120" cy="232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Máscara binária de treinamento 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203760" y="28080"/>
            <a:ext cx="1488240" cy="3931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137160" rIns="0" tIns="0" bIns="0" anchor="ctr">
            <a:normAutofit fontScale="700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Treinamento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" name="" descr=""/>
          <p:cNvPicPr/>
          <p:nvPr/>
        </p:nvPicPr>
        <p:blipFill>
          <a:blip r:embed="rId1"/>
          <a:stretch/>
        </p:blipFill>
        <p:spPr>
          <a:xfrm>
            <a:off x="1440000" y="540000"/>
            <a:ext cx="5940000" cy="432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311760" y="64080"/>
            <a:ext cx="1128240" cy="3931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137160" rIns="0" tIns="0" bIns="0" anchor="ctr">
            <a:normAutofit fontScale="625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Aplicação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" name="" descr=""/>
          <p:cNvPicPr/>
          <p:nvPr/>
        </p:nvPicPr>
        <p:blipFill>
          <a:blip r:embed="rId1"/>
          <a:stretch/>
        </p:blipFill>
        <p:spPr>
          <a:xfrm>
            <a:off x="1440000" y="540000"/>
            <a:ext cx="5940000" cy="432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311760" y="64080"/>
            <a:ext cx="915840" cy="3931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137160" rIns="0" tIns="0" bIns="0" anchor="ctr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Saída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180000" y="2082240"/>
            <a:ext cx="3420000" cy="1517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" name="" descr=""/>
          <p:cNvPicPr/>
          <p:nvPr/>
        </p:nvPicPr>
        <p:blipFill>
          <a:blip r:embed="rId2"/>
          <a:stretch/>
        </p:blipFill>
        <p:spPr>
          <a:xfrm>
            <a:off x="4491000" y="1260000"/>
            <a:ext cx="4509000" cy="342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11760" y="64080"/>
            <a:ext cx="950760" cy="3931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137160" rIns="0" tIns="0" bIns="0" anchor="ctr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Saída 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" name="" descr=""/>
          <p:cNvPicPr/>
          <p:nvPr/>
        </p:nvPicPr>
        <p:blipFill>
          <a:blip r:embed="rId1"/>
          <a:stretch/>
        </p:blipFill>
        <p:spPr>
          <a:xfrm>
            <a:off x="4320000" y="537840"/>
            <a:ext cx="4552560" cy="4502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" name="" descr=""/>
          <p:cNvPicPr/>
          <p:nvPr/>
        </p:nvPicPr>
        <p:blipFill>
          <a:blip r:embed="rId2"/>
          <a:stretch/>
        </p:blipFill>
        <p:spPr>
          <a:xfrm>
            <a:off x="98280" y="720000"/>
            <a:ext cx="4123440" cy="3914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311760" y="64080"/>
            <a:ext cx="1308240" cy="3931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137160" rIns="0" tIns="0" bIns="0" anchor="ctr">
            <a:normAutofit fontScale="700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Conclusão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" name="" descr=""/>
          <p:cNvPicPr/>
          <p:nvPr/>
        </p:nvPicPr>
        <p:blipFill>
          <a:blip r:embed="rId1"/>
          <a:stretch/>
        </p:blipFill>
        <p:spPr>
          <a:xfrm>
            <a:off x="360000" y="599760"/>
            <a:ext cx="5220000" cy="200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"/>
          <p:cNvSpPr txBox="1"/>
          <p:nvPr/>
        </p:nvSpPr>
        <p:spPr>
          <a:xfrm>
            <a:off x="144000" y="3261600"/>
            <a:ext cx="4009320" cy="188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Principais falhas (falsos positivos):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áreas escuras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sombra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solo úmido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relevo sombreado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4810680" y="3240000"/>
            <a:ext cx="4009320" cy="188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 melhorar (novas features):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NDWI (água)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NBR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bandas SWIR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LibreOffice/25.2.7.2$Windows_X86_64 LibreOffice_project/5cbfd1ab6520636bb5f7b99185aa69bd7456825d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pt-BR</dc:language>
  <cp:lastModifiedBy/>
  <dcterms:modified xsi:type="dcterms:W3CDTF">2026-05-25T11:54:55Z</dcterms:modified>
  <cp:revision>1</cp:revision>
  <dc:subject/>
  <dc:title/>
</cp:coreProperties>
</file>